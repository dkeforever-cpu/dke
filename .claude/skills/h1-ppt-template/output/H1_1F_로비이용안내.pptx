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ED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82F5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D18E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10973"/>
          </a:xfrm>
          <a:prstGeom prst="rect">
            <a:avLst/>
          </a:prstGeom>
          <a:solidFill>
            <a:srgbClr val="E8B98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16736"/>
            <a:ext cx="9144000" cy="10973"/>
          </a:xfrm>
          <a:prstGeom prst="rect">
            <a:avLst/>
          </a:prstGeom>
          <a:solidFill>
            <a:srgbClr val="E8B98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344168"/>
            <a:ext cx="9144000" cy="27432"/>
          </a:xfrm>
          <a:prstGeom prst="rect">
            <a:avLst/>
          </a:prstGeom>
          <a:solidFill>
            <a:srgbClr val="D18E5A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2608"/>
            <a:ext cx="9144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 이용 안내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0" y="8961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B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GUIDE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8656" y="194767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11" name="Image 0" descr="/tmp/claude-0/-home-user-DKE/64c1488d-ee0a-591e-bcad-1a7a62042c7e/scratchpad/h1-lobby/icon-lobb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248" y="211226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273405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로비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11810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남측 도로와 직접 맞닿은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개방형 중앙 로비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07080" y="169164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42816" y="194767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16" name="Image 1" descr="/tmp/claude-0/-home-user-DKE/64c1488d-ee0a-591e-bcad-1a7a62042c7e/scratchpad/h1-lobby/icon-wind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112264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98520" y="273405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방풍실 (2개소)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444240" y="311810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2개소 방풍실로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사계절 쾌적한 실내 환경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111240" y="169164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46976" y="194767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21" name="Image 2" descr="/tmp/claude-0/-home-user-DKE/64c1488d-ee0a-591e-bcad-1a7a62042c7e/scratchpad/h1-lobby/icon-elev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568" y="2112264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02680" y="273405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전용 승강기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248400" y="311810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여객용 승강기 2대 배치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층별 신속한 이동 동선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02920" y="411480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438656" y="437083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26" name="Image 3" descr="/tmp/claude-0/-home-user-DKE/64c1488d-ee0a-591e-bcad-1a7a62042c7e/scratchpad/h1-lobby/icon-managem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248" y="4535424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94360" y="515721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관리실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40080" y="554126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 내 관리실 상시 운영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건물 안내 및 시설 관리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3307080" y="411480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242816" y="437083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31" name="Image 4" descr="/tmp/claude-0/-home-user-DKE/64c1488d-ee0a-591e-bcad-1a7a62042c7e/scratchpad/h1-lobby/icon-restroo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4535424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98520" y="515721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화장실 (남 / 여)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3444240" y="554126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로비 인근 남녀 화장실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배치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11240" y="4114800"/>
            <a:ext cx="2529840" cy="2148840"/>
          </a:xfrm>
          <a:prstGeom prst="roundRect">
            <a:avLst>
              <a:gd name="adj" fmla="val 3404"/>
            </a:avLst>
          </a:prstGeom>
          <a:solidFill>
            <a:srgbClr val="FEFAEE"/>
          </a:solidFill>
          <a:ln w="12700">
            <a:solidFill>
              <a:srgbClr val="E8B98A"/>
            </a:solidFill>
            <a:prstDash val="solid"/>
          </a:ln>
          <a:effectLst>
            <a:outerShdw sx="100000" sy="100000" kx="0" ky="0" algn="bl" rotWithShape="0" blurRad="76200" dist="25400" dir="5400000">
              <a:srgbClr val="8B6A45">
                <a:alpha val="1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046976" y="4370832"/>
            <a:ext cx="658368" cy="658368"/>
          </a:xfrm>
          <a:prstGeom prst="ellipse">
            <a:avLst/>
          </a:prstGeom>
          <a:solidFill>
            <a:srgbClr val="D18E5A"/>
          </a:solidFill>
          <a:ln/>
        </p:spPr>
      </p:sp>
      <p:pic>
        <p:nvPicPr>
          <p:cNvPr id="36" name="Image 5" descr="/tmp/claude-0/-home-user-DKE/64c1488d-ee0a-591e-bcad-1a7a62042c7e/scratchpad/h1-lobby/icon-park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1568" y="4535424"/>
            <a:ext cx="329184" cy="32918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202680" y="5157216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 · EV 충전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6248400" y="5541264"/>
            <a:ext cx="2255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61대 주차공간 확보</a:t>
            </a:r>
            <a:endParaRPr lang="en-US" sz="10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전기차 충전소 운영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6217920" y="6510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18E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의왕 THE H1 TOWER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2026-08-26T01:25:11Z</dcterms:created>
  <dcterms:modified xsi:type="dcterms:W3CDTF">2026-08-26T01:25:11Z</dcterms:modified>
</cp:coreProperties>
</file>